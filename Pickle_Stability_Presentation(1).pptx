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Stability &amp; Correctness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— Final Report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pickle always produce hash-identical output?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Project  |  June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645920" cy="1645920"/>
          </a:xfrm>
          <a:prstGeom prst="ellipse">
            <a:avLst/>
          </a:prstGeom>
          <a:solidFill>
            <a:srgbClr val="2563A8">
              <a:alpha val="40000"/>
            </a:srgbClr>
          </a:solidFill>
          <a:ln w="12700">
            <a:solidFill>
              <a:srgbClr val="2563A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274320" y="3657600"/>
            <a:ext cx="1097280" cy="109728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Definition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sha256( pickle.dumps(obj) )  =  CONSTANT  ∀ runs, ∀ OS, ∀ Python versions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514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Machine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runs 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hardware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42032" y="246888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2514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vs Linux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42032" y="29718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win32 (3.12.9)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linux (3.12.3)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26864" y="246888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2514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26864" y="29718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str, int, list,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dict, nested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11696" y="246888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11696" y="2514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11696" y="29718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sys.maxsize, 0,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containers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— 4 Test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test_equivalence_partitions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str, int, list, dict — representative from each type class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170432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1704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Partitioning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test_boundary_values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sys.maxsize, -(sys.maxsize+1), '', [], {}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2084832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0848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Value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test_recursive_structures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246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nested JSON-like dict with mixed types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2999232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9992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 / Structural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840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test_environment_dump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160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OS + Python version + SHA-256 hash to file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3913632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9136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Cross-environment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All Tests Passed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42032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2032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542032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Win + 5 Linux)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26864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26864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11696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11696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711696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Tested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Cross-OS Hash Comparison (pickle_hashes_report.txt)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17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 |  Python 3.12.9  |  685459fa396e247731bd3ee9bed60e701fe6149f5796f49b11183ff6e5d6a5d3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03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    |  Python 3.12.3  |  685459fa396e247731bd3ee9bed60e701fe6149f5796f49b11183ff6e5d6a5d3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Hashes are identical — pickle is hash-stable across Windows and Linux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Techniques?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Partitioning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dispatches per type (str, int, list, dict use different opcodes). One rep per partition ensures each dispatch branch is covered.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Value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size boundaries trigger different pickle opcodes (SHORT_BININT vs LONG). Empty containers hit structural edge cases.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F3E8FF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 (all-def/all-uses)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57276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pickle source code identified the dispatch table and memoization logic. Inputs were designed to exercise these paths.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Cross-environment Logging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331012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hash log provides reproducible evidence of cross-OS stability without requiring simultaneous execution on both platforms.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 was excluded — it does not systematically test hash-identity across environments.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Shortcomings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7899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cross-major-version testing (e.g., Python 3.8 vs 3.12 — HIGHEST_PROTOCOL differs)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7335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70078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numbers not tested (IEEE 754 edge cases: NaN, inf, -0.0)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9514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95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32257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objects with __reduce__ or __getstate__ not covered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1693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9443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log comparison is manual — test only verifies file creation, not hash equality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53872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38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5661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versions 0–4 not tested explicitly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1605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18795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Multi-threaded / concurrent pickle serialization not explored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5331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32588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is hash-identical within a single Python session for all tested types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842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is identical between Windows (3.12.9) and Linux (3.12.3)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64261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values and nested structures are stable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300984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PEP8 compliance verified via flake8 on both platforms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86784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95935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Cross-major-version, float edge cases, and custom objects remain to be tested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Pickle Stability Test Suite</dc:title>
  <dc:subject>PptxGenJS Presentation</dc:subject>
  <dc:creator>PptxGenJS</dc:creator>
  <cp:lastModifiedBy>PptxGenJS</cp:lastModifiedBy>
  <cp:revision>1</cp:revision>
  <dcterms:created xsi:type="dcterms:W3CDTF">2026-06-13T07:37:51Z</dcterms:created>
  <dcterms:modified xsi:type="dcterms:W3CDTF">2026-06-13T07:37:51Z</dcterms:modified>
</cp:coreProperties>
</file>